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委員好，我們的專案叫地衡。地政局這次提出的問題，是估價書表很多，承辦人必須逐項比對條件、修正率和加總結果。地衡把這些重複檢查整理到同一個工作台，讓人員能直接看到哪裡需要確認、依據在哪裡，以及修改前後的紀錄。今天以金山區商業用地的範例，說明系統如何協助審查。這是目前可操作的本機原型，報告約十到十二分鐘。
資料依據：命題文件 p.1；README.md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白話解釋比賽目的。估價師填完書表後，市府要檢查：條件有沒有看對，調整比例有沒有查對，數字有沒有算對及抄對。命題文件指出，人工跨表查核既花時間，也容易出現疏漏，而且不同案件可能適用不同基準。比賽期待用 AI 協助填寫流程，降低審查時間和錯誤率，並建立數位化的基礎。本報告聚焦工作區所附的地政局命題，並未推定整場黑客松的評分權重。
資料依據：地政局命題文件 p.1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它想成比較兩間條件不同的房子。即使有參考價格，也不能直接照抄，因為道路、形狀、周邊環境都可能不同。這個案例把要評估的土地稱為比準地，把拿來參考的土地稱為比較標的。修正率就是依範例基準，把條件差異換成調整比例。系統目前檢查一筆比較標的的書表與試算，沒有做到多筆標的的整合估價，也沒有替代估價師或機關的專業判斷。
資料依據：app/models.py；app/engine.py；查估書表範本 表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張表各有不同角色。表一記錄地價區段的環境與條件，好比基本資料卡。表五之二把區域條件換成等級和修正率。表四則包含個別土地條件、區域修正率及價格試算。後端會串起這些資料，檢查從條件到修正率，以及從明細表到估價表的數字是否一致。區域因素是周邊區段的條件，個別因素是這一筆土地自己的條件，不能混在一起。表一只有能可靠抽取的部分會自動帶入。
資料依據：app/extraction.py；app/rules.py；查估書表範本 pp.1–3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後端可以想成六個工作站。第一站收進 PDF 並保存原始文件。第二站讀取文字，整理成案件欄位。第三站由人員核對抽取結果。第四站選用案件的基準版本，依級距及矩陣重算。第五站把結果分成通過、疑似錯誤、待確認與資料不足。最後，人員修改後再審查，保存版本並匯出。每一步都能回到原始頁面，原 PDF 不會被修改。基準有疑點或資料不完整時，流程會保留待處理項目。
資料依據：app/main.py；app/extraction.py；app/engine.py；app/store.py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目前不用安裝 AI 模型也能操作，預設是依提供的文字型 PDF 版面抽取。若另外設定本機 Ollama，AI 可以協助把原文整理成欄位草稿。後端要求模型附頁碼與引用，並檢查引用是否真的存在於該頁文字。這只能證明引用找得到，不能證明欄位對應正確，所以還要逐項核對。AI 回傳的是預覽，使用者選擇套用後仍然待人工確認。加總、級距、矩陣和價格試算由程式規則處理。本次沒有執行真實模型推論，也沒有宣稱辨識準確率。
資料依據：app/extraction.py: ai_extract；app/main.py: extract_ai；README.md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道路寬度示範。這個範例中的比準地面前道路十八公尺，比較標的是六公尺。程式先依基準把十八公尺分成稍優，六公尺分成稍劣，再用比準地的等級找列、比較標的的等級找欄，交會處是加百分之五。錯誤示範副本故意填成百分之二，所以系統指出差異並提供基準頁碼。這個百分之五是此範例版本的矩陣結果，不能直接套用所有土地案件。展示錯誤是人工植入，並非真實案件被查獲的錯誤。
資料依據：app/sample.py；app/rules.py；app/engine.py；評價基準明細表範例 p.7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後端的重要設計。第一層只檢查原填數字加起來是否等於合計。即使這一層通過，各細項也可能填錯。第二層會依已確認的條件和基準，重新求出應有修正率。第三層核對跨表與價格公式。例如表五之二是零，表四卻填百分之二，就會出現跨表差異。另外絕對值加總要把每一項的正負號先拿掉，不能讓正負調整互相抵消。範本價格若僅差一元，程式會保留精度疑義，請人員確認，不直接自動更正。
資料依據：app/engine.py: 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畫面左邊是文件，右邊是檢核結果。人員不用先理解程式，只要從疑似錯誤清單開始，看原填值與建議值，再點原文或基準頁碼確認。確認可以修正的項目後，按採用建議，系統會保存案件並重新檢核。本頁是工作區的實際介面截圖，顯示人工植入錯誤的示範副本；畫面中的數量只是當時案件狀態，不是系統準確率。原文定位目前到頁面，沒有實作儲存格框選。
資料依據：deliverables/presentation/assets/review-errors.png；app/main.py: fix_check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分成四種狀態。已通過只代表該項檢查符合目前規則。疑似錯誤表示數值或條件有明確差異。待確認可能是尚未核對、特殊調整，或基準本身有疑點。資料不足則是缺值或找不到適用級距。範例基準中有公尺和公里混用的疑點，程式將相關候選規則封鎖，等確認來源後再建立版本。原始範例因此也不會全部通過，這能避免讓一個綠色畫面掩蓋未解決的問題。
資料依據：app/engine.py；app/rules.py；README.md「原文件的待確認事項」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後端用 SQLite 保存案件、文件資訊、基準版本和修訂紀錄，原始 PDF 另外保存。每次儲存會留下完整案件快照、時間和操作說明。案件版號可以避免舊畫面直接蓋掉新資料；基準修改則建立新版本，案件自行選用。成果可以匯出 CSV、JSON 與可列印報告，讓人員接續整理。這些是原型的留存功能，目前沒有使用者帳號身分、正式簽章或防竄改稽核機制，正式部署仍需補上。
資料依據：app/store.py；app/main.py: create_ruleset / export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目前已完成三表串接、十九項個別因素與二十八項區域因素、修正重查、版本保存和匯出。這次實際執行 Python 測試，四十九項全部通過，範圍涵蓋 PDF 範例解析、級距邊界、矩陣與加總、API 保存及匯出。測試通過代表這些被測情境符合預期，並不等於任何文件都能正確辨識。AI 的相關測試使用模擬回應，本次沒有真實模型的效能或品質測試，也沒有進行承辦人工時比較。
資料依據：本次 python -m pytest -q：49 passed；tests/；README.md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先選擇同一用地類別及版型的去識別案件，由承辦與估價專業人員確認適用基準，再進行小規模平行試辦。第一階段先整理專家認定的正確答案，第二階段比較純人工與系統輔助的結果。記錄每件總耗時、錯誤漏檢、誤報和待確認項目。總耗時要包含抽取後人工核對，才不會只量到電腦執行速度。若成效與安全條件符合需求，再擴充 OCR、其他版型及多人權限。這是建議路線，目前沒有已完成的效益數字。
資料依據：依目前功能與限制提出的試辦建議；非既有實測成果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衡希望帶來的改變，是讓承辦人少花時間在翻表、抄值與重複加總，多花時間處理資料疑義與特殊案件。我們已經把從文件進來、條件核對、規則檢查到修正留存的流程做成可操作原型。下一步希望透過市府的小規模試辦，確認真實文件上的品質與工時效益。每一個警示都應有依據，每一個未決事項都應被看見，每一次修正都能回查。謝謝各位委員。
資料依據：地政局命題文件 p.1；本專案實作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若委員問沒有 AI 是否能用：可以，現有版型抽取與規則檢核不依賴模型，本機 AI 是可選助手。若問能否套用全市所有估價案件：目前不能，原型限定範例地區、用地、版型與單一比較標的，需新增並驗證基準和解析器。若問資料會不會送到雲端：目前程式的 AI 路徑固定呼叫本機 Ollama，未內建雲端模型 API；正式部署仍須檢視完整環境和權限。若問省多少時間：目前未量測，須以包含人工核對的全流程試辦回答。補充：手冊為提供的民國一〇四年三月版，正式使用應確認適用文件版本。這份報告描述程式行為，沒有認證其法規適用性。
資料依據：README.md；app/extraction.py；app/engine.py；app/store.py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LANDWISE｜AI 輔助不動產估價案件審查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讓估價審查，有依據、可追溯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依據：命題文件 p.1；README.md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96596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把多張書表的反覆核對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變成一份有來源的問題清單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594360" y="4023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市政府評審報告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金山區商業用地案例｜可操作原型</a:t>
            </a:r>
            <a:endParaRPr lang="en-US" sz="1900" dirty="0"/>
          </a:p>
        </p:txBody>
      </p:sp>
      <p:pic>
        <p:nvPicPr>
          <p:cNvPr id="11" name="Image 0" descr="C:\Z_work_space\hackathon\deliverables\presentation\asse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39528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比賽目的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這項命題，要解決什麼問題？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依據：地政局命題文件 p.1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70408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減少反覆翻表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0408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同一條件散落在不同書表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承辦人需要來回核對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9100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216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39216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維持判讀一致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39216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依案件適用的基準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檢查等級與修正比例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87908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024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08024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找出計算與抄填差異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08024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檢查細項加總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以及兩張表是否填一致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預期公共價值：減輕重複查核負擔，提升審查品質與一致性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外行人也懂的概念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先認識估價：找參考，再調整差異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依據：app/models.py；app/engine.py；查估書表範本 表 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70408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比準地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0408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這次要評估的土地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例如：金美段 489 地號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9100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216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39216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比較標的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39216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用來參考的土地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例如：溫泉段 218 地號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87908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024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08024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修正率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08024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條件不同，依基準調整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例如：道路寬度差異 +5%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地衡的任務：檢查書表與計算是否一致，提供人員判斷依據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資料來源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三張表，串成一條查核路徑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依據：app/extraction.py；app/rules.py；查估書表範本 pp.1–3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70408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 1｜條件資料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0408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區段環境、道路、設施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回答「實際條件是什麼」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9100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216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39216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 5-2｜區域調整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39216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 項區域因素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檢查等級、比例與總數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87908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024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08024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 4｜比較與試算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08024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項個別因素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串接區域調整與單價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關鍵核對：表 5-2 的區域總修正數，是否正確抄入表 4？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後端資料處理全貌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後端就像一條有檢查站的作業線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依據：app/main.py；app/extraction.py；app/engine.py；app/store.py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377440"/>
            <a:ext cx="16642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2587752"/>
            <a:ext cx="1444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收件保存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原文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76272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377440" y="2377440"/>
            <a:ext cx="16642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7168" y="2587752"/>
            <a:ext cx="1444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整理草稿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欄位＋頁碼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050792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251960" y="2377440"/>
            <a:ext cx="1664208" cy="164592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61688" y="2587752"/>
            <a:ext cx="1444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人工核對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確認條件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925312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126480" y="2377440"/>
            <a:ext cx="16642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2587752"/>
            <a:ext cx="1444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依基準檢查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級距＋矩陣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799832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001000" y="2377440"/>
            <a:ext cx="16642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10728" y="2587752"/>
            <a:ext cx="1444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列出問題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四種狀態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674352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875520" y="2377440"/>
            <a:ext cx="16642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85248" y="2587752"/>
            <a:ext cx="1444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修正留存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重查＋匯出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594360" y="45262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旁邊兩個資料櫃：原始文件與引用 ／ 案件、基準版本與修訂快照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人工核對是必要步驟；抽取出文字，不代表資料已經正確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AI 的角色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負責協助抄錄，規則負責計算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依據：app/extraction.py: ai_extract；app/main.py: extract_ai；README.md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70408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預設：版型抽取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0408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讀取文字型 PDF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依範例表格整理欄位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9100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216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39216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選配：本機 AI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39216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抄錄與語意對應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附原文引用，先給預覽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87908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024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08024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固定：規則檢核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08024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查級距與修正矩陣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執行加總及跨表核對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辨識不清就留白；引用存在 ≠ 欄位正確；掃描 PDF 目前沒有 OCR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規則如何判斷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一個例子：18 公尺對 6 公尺，查出 +5%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依據：app/sample.py；app/rules.py；app/engine.py；評價基準明細表範例 p.7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0116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m → 稍優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m → 稍劣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查矩陣 → +5%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94360" y="42519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測試副本原填 +2%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系統列出差異，承辦人決定採用</a:t>
            </a:r>
            <a:endParaRPr lang="en-US" sz="2100" dirty="0"/>
          </a:p>
        </p:txBody>
      </p:sp>
      <p:pic>
        <p:nvPicPr>
          <p:cNvPr id="11" name="Image 0" descr="C:\Z_work_space\hackathon\deliverables\presentation\assets\rule-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5037" y="1828800"/>
            <a:ext cx="3894966" cy="3474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展示案例：人工植入錯誤；修正建議只適用於該案件選用的基準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三層檢核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算得對，還要檢查用得對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依據：app/engine.py: review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70408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原填加總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0408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每一項原填值相加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是否等於表上的合計？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9100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216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39216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基準重算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39216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依條件重新查表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每一項比例是否合理？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87908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024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08024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跨表與試算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08024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同一數字是否抄一致？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價格是否符合設定公式？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上游未確認，不給基準總額；價格相差 ≤ 1 元時，保留精度確認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實際操作畫面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承辦人看到的是問題與依據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依據：deliverables/presentation/assets/review-errors.png；app/main.py: fix_check</a:t>
            </a:r>
            <a:endParaRPr lang="en-US" sz="1000" dirty="0"/>
          </a:p>
        </p:txBody>
      </p:sp>
      <p:pic>
        <p:nvPicPr>
          <p:cNvPr id="9" name="Image 0" descr="C:\Z_work_space\hackathon\deliverables\presentation\assets\review-err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434" y="1737360"/>
            <a:ext cx="6270171" cy="411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38160" y="22860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篩選疑似錯誤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查看原文與基準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採用建議並重查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審查邊界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遇到不確定，讓承辦人看得見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依據：app/engine.py；app/rules.py；README.md「原文件的待確認事項」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23317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已通過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67512" y="32004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符合本項規則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19272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83864" y="23317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84D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疑似錯誤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3483864" y="32004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數值或跨表有差異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35624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0216" y="23317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17C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6300216" y="32004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人工或基準尚待確認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951976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16568" y="23317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資料不足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9116568" y="32004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缺值或無適用級距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94360" y="46817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實例：基準單位有疑點 → 封鎖自動判定 → 確認來源後建立新版本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單項通過不等於全案核定；尚未處理的問題會保留在報告中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保存與可追溯性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每次修正，都能回看當時的資料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依據：app/store.py；app/main.py: create_ruleset / export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70408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原件保存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0408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不覆寫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保留頁碼與文字引用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9100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216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39216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修訂可回看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39216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每次保存完整快照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記錄時間、操作與版號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87908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024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08024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成果可帶走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08024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CSV、JSON、列印報告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基準更新另建版本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目前為本機原型；正式使用仍需帳號權限、備份與審核流程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完成度與證據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目前做到哪裡？驗證到哪裡？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依據：本次 python -m pytest -q：49 passed；tests/；README.md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6800" dirty="0"/>
          </a:p>
        </p:txBody>
      </p:sp>
      <p:sp>
        <p:nvSpPr>
          <p:cNvPr id="10" name="Text 7"/>
          <p:cNvSpPr/>
          <p:nvPr/>
        </p:nvSpPr>
        <p:spPr>
          <a:xfrm>
            <a:off x="685800" y="32918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因素規則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個別＋28 區域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4297680" y="1920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</a:t>
            </a:r>
            <a:endParaRPr lang="en-US" sz="6800" dirty="0"/>
          </a:p>
        </p:txBody>
      </p:sp>
      <p:sp>
        <p:nvSpPr>
          <p:cNvPr id="12" name="Text 9"/>
          <p:cNvSpPr/>
          <p:nvPr/>
        </p:nvSpPr>
        <p:spPr>
          <a:xfrm>
            <a:off x="4297680" y="32918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測試通過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本次執行結果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86384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待實測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863840" y="3291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工時改善與錯誤漏檢率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AI 抽取品質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範圍：提供版型、金山商業用地、單一比較標的；尚非正式上線系統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對市府的下一步建議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先做小規模試辦，再量化成效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依據：依目前功能與限制提出的試辦建議；非既有實測成果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70408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先確認適用性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0408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選定用地與書表版型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由專業人員確認基準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9100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216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39216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再比較實際工作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39216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同一批案件平行審查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量工時、漏檢與誤報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879080" y="1920240"/>
            <a:ext cx="3486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0248" y="2130552"/>
            <a:ext cx="309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8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080248" y="28346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最後擴充部署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080248" y="370332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其他版型與掃描辨識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帳號、備份及正式流程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建議市府提供：去識別測試案件、確認過的基準、承辦人員共同驗證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結語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把時間留給需要專業判斷的地方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依據：地政局命題文件 p.1；本專案實作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205740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少一些翻表與重算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多一些有依據的判斷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85800" y="4343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已完成可操作流程 → 與承辦共同驗證 → 用實測決定擴充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502920" y="5449824"/>
            <a:ext cx="11064240" cy="420624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LANDWISE｜文件有來源、判定有依據、修正有紀錄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C51"/>
          </a:solidFill>
          <a:ln w="12700">
            <a:solidFill>
              <a:srgbClr val="215C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/ 問答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備用：委員可能追問的四個問題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地衡 LANDWISE  /  新北市政府 AI 黑客松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82528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04418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依據：README.md；app/extraction.py；app/engine.py；app/store.py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一定要 AI 嗎？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0" y="1828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現有流程可獨立運作；本機 AI 為選配。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能用在所有案件嗎？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0" y="2788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目前限範例情境；多標的、其他版型與 OCR 待擴充。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08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資料儲存在哪裡？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657600" y="3749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SQLite 與 PDF 檔案；AI 路徑使用本機 Ollama。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5C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已經省下多少時間？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57600" y="47091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3F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尚未實測；建議以完整人工核對流程進行對照試辦。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Landwise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地衡 Landwise｜AI 輔助不動產估價案件審查</dc:title>
  <dc:subject>新北市政府 AI 黑客松｜地政局命題專案報告</dc:subject>
  <dc:creator>地衡 Landwise 專案</dc:creator>
  <cp:lastModifiedBy>地衡 Landwise 專案</cp:lastModifiedBy>
  <cp:revision>1</cp:revision>
  <dcterms:created xsi:type="dcterms:W3CDTF">2026-09-11T05:14:56Z</dcterms:created>
  <dcterms:modified xsi:type="dcterms:W3CDTF">2026-09-11T05:14:56Z</dcterms:modified>
</cp:coreProperties>
</file>